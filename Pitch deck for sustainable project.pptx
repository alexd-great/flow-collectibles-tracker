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740" y="4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7955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Flow Collectibles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67512"/>
            <a:ext cx="7900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FE2FF"/>
                </a:solidFill>
              </a:rPr>
              <a:t>P/L + Alerts + Action for Flow collectibles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058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9326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B1F3B"/>
                </a:solidFill>
              </a:rPr>
              <a:t>Performance-first portfolio tracking for Flow collectibles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9326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74151"/>
                </a:solidFill>
              </a:rPr>
              <a:t>Unify holdings, P/L, liquidity insights, and alerts across the Flow collectibles ecosystem.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7955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67512"/>
            <a:ext cx="7900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FE2FF"/>
                </a:solidFill>
              </a:rPr>
              <a:t>Collectors are fragmented across tools and marketplaces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1F3B"/>
                </a:solidFill>
              </a:rPr>
              <a:t>What collectors experience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sz="1800"/>
              <a:t>Multiple sites for listings, comps, and portfolio views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sz="1800"/>
              <a:t>Holdings are visible but performance (P/L) is unclear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sz="1800"/>
              <a:t>Action signals are missed (undercuts, floor breaks, big sales)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234440"/>
            <a:ext cx="507492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roblem_fragm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600200"/>
            <a:ext cx="4617720" cy="28219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7955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67512"/>
            <a:ext cx="7900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FE2FF"/>
                </a:solidFill>
              </a:rPr>
              <a:t>One wallet view + P/L + alerts + recommended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1F3B"/>
                </a:solidFill>
              </a:rPr>
              <a:t>What we deliver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sz="1800"/>
              <a:t>Unified holdings across key Flow collectibles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sz="1800"/>
              <a:t>Real-time portfolio value + cost basis P/L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sz="1800"/>
              <a:t>Alerts that drive action (undercut, floor moves, liquidity)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sz="1800"/>
              <a:t>Shareable portfolio pages/cards for community growth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234440"/>
            <a:ext cx="507492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20840" y="1600200"/>
            <a:ext cx="2125980" cy="457200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212580" y="1600200"/>
            <a:ext cx="2125980" cy="4572000"/>
          </a:xfrm>
          <a:prstGeom prst="roundRect">
            <a:avLst/>
          </a:prstGeom>
          <a:solidFill>
            <a:srgbClr val="ECFDF5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0" y="1783080"/>
            <a:ext cx="16687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9A3412"/>
                </a:solidFill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1180" y="1783080"/>
            <a:ext cx="16687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65F46"/>
                </a:solidFill>
              </a:rPr>
              <a:t>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286000"/>
            <a:ext cx="16687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sz="1800"/>
              <a:t>Multiple sites and logins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sz="1800"/>
              <a:t>Unclear P/L and cost basis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sz="1800"/>
              <a:t>Missed undercuts and floor moves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1180" y="2286000"/>
            <a:ext cx="16687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sz="1800"/>
              <a:t>One wallet view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sz="1800"/>
              <a:t>P/L + performance first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sz="1800"/>
              <a:t>Alerts + recommended actions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983980" y="3886200"/>
            <a:ext cx="9144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7955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Value to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67512"/>
            <a:ext cx="7900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FE2FF"/>
                </a:solidFill>
              </a:rPr>
              <a:t>Why collectors return daily/weekly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1F3B"/>
                </a:solidFill>
              </a:rPr>
              <a:t>Core user value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sz="1800"/>
              <a:t>Clarity: total value and P/L in seconds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sz="1800"/>
              <a:t>Confidence: alerts + liquidity insights support better decisions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sz="1800"/>
              <a:t>Convenience: one home for performance across the ecosystem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sz="1800"/>
              <a:t>Sharing: portfolio cards that spread organically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234440"/>
            <a:ext cx="507492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value_over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600200"/>
            <a:ext cx="4617720" cy="28219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7955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67512"/>
            <a:ext cx="7900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FE2FF"/>
                </a:solidFill>
              </a:rPr>
              <a:t>Not another dashboard — a performance + action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44068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92240" y="1234440"/>
            <a:ext cx="507492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4892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1F3B"/>
                </a:solidFill>
              </a:rPr>
              <a:t>What exists today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sz="1800"/>
              <a:t>Vertical tools: OTM, AddMoreFunds, AllDay.tools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sz="1800"/>
              <a:t>General trackers: FLOLiO, Dice2Moon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sz="1800"/>
              <a:t>Marketplaces: Flowty (buy/sell, loans/rentals)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sz="1800"/>
              <a:t>Often data-heavy without a clear action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508760"/>
            <a:ext cx="4526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1F3B"/>
                </a:solidFill>
              </a:rPr>
              <a:t>Our wedge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sz="1800"/>
              <a:t>P/L + cost basis as the primary UI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sz="1800"/>
              <a:t>Alerts + recommended actions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sz="1800"/>
              <a:t>Cross-market comps + liquidity signals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sz="1800"/>
              <a:t>Shareable portfolio pages (viral loop)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7955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Why it matters for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67512"/>
            <a:ext cx="7900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FE2FF"/>
                </a:solidFill>
              </a:rPr>
              <a:t>Retention, liquidity, and better end-user 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1F3B"/>
                </a:solidFill>
              </a:rPr>
              <a:t>Ecosystem impact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sz="1800"/>
              <a:t>Retention: collectors check performance and alerts repeatedly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sz="1800"/>
              <a:t>Liquidity: better comps + signals increase healthy marketplace activity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sz="1800"/>
              <a:t>Catalog narrative: supports the open, interoperable Flow NFT standard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sz="1800"/>
              <a:t>Complements on-ramps like Flowramp (buy → track → optimize → transact)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234440"/>
            <a:ext cx="507492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12280" y="1600200"/>
            <a:ext cx="4434840" cy="123444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12280" y="3017520"/>
            <a:ext cx="4434840" cy="1234440"/>
          </a:xfrm>
          <a:prstGeom prst="roundRect">
            <a:avLst/>
          </a:prstGeom>
          <a:solidFill>
            <a:srgbClr val="ECFEFF"/>
          </a:solidFill>
          <a:ln>
            <a:solidFill>
              <a:srgbClr val="A5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12280" y="4434840"/>
            <a:ext cx="4434840" cy="12344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95160" y="1783080"/>
            <a:ext cx="4069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1F3B"/>
                </a:solidFill>
              </a:rPr>
              <a:t>Retention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sz="1800"/>
              <a:t>Habit loop via alerts + P/L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3200400"/>
            <a:ext cx="4069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1F3B"/>
                </a:solidFill>
              </a:rPr>
              <a:t>Liquidity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sz="1800"/>
              <a:t>Better comps → more listings + buys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4617720"/>
            <a:ext cx="4069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1F3B"/>
                </a:solidFill>
              </a:rPr>
              <a:t>Onboarding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sz="1800"/>
              <a:t>Shareable portfolio pages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7955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Business model + 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67512"/>
            <a:ext cx="7900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FE2FF"/>
                </a:solidFill>
              </a:rPr>
              <a:t>Simple subscription with a clear distribution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1F3B"/>
                </a:solidFill>
              </a:rPr>
              <a:t>Sustainability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sz="1800"/>
              <a:t>Freemium: basic view free; Pro ($7–$15/mo) for real-time, alerts, and P/L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sz="1800"/>
              <a:t>Moat: normalized pricing data + saved alerts/workflows + trusted collector brand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sz="1800"/>
              <a:t>Distribution: collector communities → share cards → wallet/marketplace partnerships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sz="1800"/>
              <a:t>Goal: 500 free users → 50 Pro users (~$500/mo)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234440"/>
            <a:ext cx="507492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onversion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600200"/>
            <a:ext cx="4617720" cy="28219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441</Words>
  <Application>Microsoft Office PowerPoint</Application>
  <PresentationFormat>On-screen Show (4:3)</PresentationFormat>
  <Paragraphs>66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Adam Muhammed</dc:creator>
  <cp:keywords/>
  <dc:description>generated using python-pptx</dc:description>
  <cp:lastModifiedBy>Adam Muhammed</cp:lastModifiedBy>
  <cp:revision>1</cp:revision>
  <dcterms:created xsi:type="dcterms:W3CDTF">2013-01-27T09:14:16Z</dcterms:created>
  <dcterms:modified xsi:type="dcterms:W3CDTF">2026-01-19T11:20:45Z</dcterms:modified>
  <cp:category/>
</cp:coreProperties>
</file>